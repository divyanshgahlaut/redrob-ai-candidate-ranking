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Rec. Sys.
Engineer</c:v>
                  </c:pt>
                  <c:pt idx="1">
                    <c:v>Applied ML
Engineer</c:v>
                  </c:pt>
                  <c:pt idx="2">
                    <c:v>Search
Engineer</c:v>
                  </c:pt>
                  <c:pt idx="3">
                    <c:v>ML
Engineer</c:v>
                  </c:pt>
                  <c:pt idx="4">
                    <c:v>Sr. Data
Scientist</c:v>
                  </c:pt>
                  <c:pt idx="5">
                    <c:v>Other AI/ML
titles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12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955280" y="100584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HACKATHON  ·  DATA &amp; AI CHALLENGE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1874520"/>
            <a:ext cx="9692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Candidates the Way 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Recruiter Actually Would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7033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multi-signal candidate ranker built to beat keyword matching — not by using a bigger model, but by reading career-history substance, behavioral availability, and the gap between what's listed and what's actually demonstrated.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5623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RANKED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154680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154680" y="5623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0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669280" y="5623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TOP 100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183880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CPU-only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183880" y="5623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CALLS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profiles. Most of them are a trap.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asks for a system that ranks like a great recruiter — not a keyword matcher. The dataset is built to punish anyone who tries the easy way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23160"/>
            <a:ext cx="502920" cy="5029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3288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~5,200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4672" y="35661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402336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Managers, Accountants, Mechanical Engineers with ‘RAG’, ‘Pinecone’, ‘LangChain’ listed as expert skills — at 0 months of actual use and 0 endorsements.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21488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66744" y="2423160"/>
            <a:ext cx="502920" cy="5029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53288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6744" y="30632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666744" y="35661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Title/substance mismatch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66744" y="402336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Current-role description doesn't match the stated title at all — read the career narrative, not the label, or you'll misjudge 1 in 10 profiles.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72784" y="21488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28816" y="2423160"/>
            <a:ext cx="502920" cy="5029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53288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28816" y="30632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~30–80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528816" y="35661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28816" y="402336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impossible timelines — e.g. ‘171 months’ (14+ years) at a role that started 21 months ago. Designed to catch systems that don't sanity-check the data.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34856" y="21488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90888" y="2423160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2532888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90888" y="306324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9390888" y="3566160"/>
            <a:ext cx="2185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roles, by design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390888" y="4023360"/>
            <a:ext cx="2185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bulk of the pool is genuinely unrelated work — HR, Sales, Ops. The real signal is a thin slice of ~1,500–2,000 genuinely AI/ML-adjacent profiles.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signals, one composite score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signal is trusted alone. Semantic similarity reads meaning; structured features read facts; disqualifiers and honeypot checks gate the result; behavioral signals weight by reachability.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9596" y="2404872"/>
            <a:ext cx="502920" cy="50292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251460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632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392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" y="3776472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free text vs. the JD's meaning-dense sections — cosine similarity in latent topic space.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633472" y="35433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61488" y="21488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52444" y="2404872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251460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98648" y="30632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features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898648" y="3392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feature_extractor.py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926080" y="3776472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bucket, trust-weighted skills, experience band, location/visa, notice period, title↔description coherence.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846320" y="35433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974336" y="21488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65292" y="2404872"/>
            <a:ext cx="502920" cy="5029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514600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11496" y="30632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111496" y="3392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138928" y="3776472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Services-only career, research-only, excluded domain, architecture drift, job-hopping, no-visa geography.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7059168" y="35433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187184" y="21488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978140" y="2404872"/>
            <a:ext cx="502920" cy="50292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68" y="2514600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24344" y="30632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gate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324344" y="3392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honeypot_detector.py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351776" y="3776472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internal-consistency checks. 2+ flags → hard floor near zero.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9272016" y="35433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9400032" y="2148840"/>
            <a:ext cx="2084832" cy="324612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190988" y="2404872"/>
            <a:ext cx="502920" cy="50292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16" y="2514600"/>
            <a:ext cx="283464" cy="28346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37192" y="30632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9537192" y="3392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behavioral_signals.py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9564624" y="3776472"/>
            <a:ext cx="17556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Recency-decayed availability multiplier from 23 redrob_signals fields.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B1220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 = 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base_fit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disqualifier_mult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</a:t>
            </a:r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availability_mult</a:t>
            </a:r>
            <a:pPr indent="0" marL="0">
              <a:buNone/>
            </a:pPr>
            <a:r>
              <a:rPr lang="en-US" sz="1400" i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(honeypot → floor near 0)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+ SVD, NOT A NEURAL EMBEDDING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explainable, and it fits the budget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BUDGET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751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653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minutes wall-clock for 100K candidates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225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16 GB 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7797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 — no GPU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369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calls during ranking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sentence-transformer call per candidate, at 100K candidates, blows this budget on latency alone — before counting the “zero network” rule that rules out hosted embedding APIs entirely.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— FULL 100K RUN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0" y="22219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~80–140s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55080" y="26700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sandbox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30358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~2.8 GB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55080" y="341985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under 16 GB cap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55080" y="37856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0" y="37216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355080" y="41696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45354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result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44714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355080" y="49194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validate_submission.py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5349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truncated SVD (LSA) captures topic-level co-occurrence meaning (‘recommendation system’ + ‘Spark’ + ‘production’ clustering near ‘ranking’ + ‘retrieval’) without exact keyword overlap — and every dimension traces back to n-grams, so it's fully inspectable, not a black box.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JD'S OWN ACCEPTANCE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Substance beats jargon — by construction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Tier 5 candidate may never say ‘RAG’ or ‘Pinecone’, but if their career history shows they built a recommendation system at a product company, they're a fit. A candidate with every AI keyword listed but a ‘Marketing Manager’ title is not — no matter how perfect the skill list looks.”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21B2E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587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935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Keyword-stuffer pattern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Pinecone, LangChain, Embeddings, Fine-tuning LLMs — all “expert”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record:  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months duration, 0 endorsements on every one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297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 running brand campaigns and budgets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484632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846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0.0396  —  buried near the bottom of 100K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23317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21B2E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06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2587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Engineer, Flipkart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03720" y="2935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says “RAG” once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0080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XGBoost, A/B Testing, Search Ranking — “advanced”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008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record:  </a:t>
            </a:r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months duration, 5–12 endorsements each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0" y="4297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recommendation system end-to-end — candidate gen, ranking model, A/B harness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00800" y="484632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4B8A6">
              <a:alpha val="1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0" y="4846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0.5365  —  correctly ranked ahead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tests/test_scorer_end_to_end.py — re-run as a regression check, not a one-off demo.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checks an internally-impossible profile can't pass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labels are available, so detection relies on internal-consistency checks a careful human reviewer would run — the same record can't tell two contradictory stories.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414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vs. history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years_of_experience vs. sum of career_history durations. Gap &gt; 2.5 years → flagged.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33756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441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926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vs. dates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66160" y="33832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duration_months vs. actual start_date–end_date span. Example found: 171 months claimed at a role started 21 months ago.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12648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44144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926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Expert, zero track record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55080" y="33832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skills marked ‘expert’ with 0 months' duration — you cannot be an expert in something used for zero time.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891540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0" y="233172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244144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0" y="2926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date inversion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44000" y="338328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degree's end_year recorded before its start_year.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B1220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68680" y="53035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independent flags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hard gate, score floored near zero.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flag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mild soft penalty only — more likely benign data noise than a deliberate honeypot.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the full 100,000-candidate pool: 0 honeypots reached the final top 100.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 &amp; AVAILABILITY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Multiplicative penalties, not additive nudges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NEAR-HARD “NO”s  —  scorer.py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services-only career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480560" y="18288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0.35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756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TCS/Infosys/Wipro/etc. and nothing else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Research-only, no production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80560" y="244144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0.30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Academic-lab language, zero deploy/ship signal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domain, no NLP/IR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0" y="305409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0.40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00984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CV/speech/robotics-primary, no retrieval exposure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48640" y="36667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drift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36667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0.55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136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 in an architect/lead role, no recent code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48640" y="4279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India, no sponsorship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42793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0.55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doesn't sponsor visas — real practical hurdle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job-hopping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80560" y="48920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1389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 under 12–24 months across 3+ roles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48640" y="55504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so a real disqualifier can't be “outscored” by an unrelated strength — but disqualified candidates still differentiate among themselves near the bottom of the ranking.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MULTIPLIER  —  behavioral_signals.py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057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perfect-on-paper candidate who hasn't logged in for 6 months and has a 5% recruiter response rate is, for hiring purposes, not actually available.” — job_description.md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last_active_date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0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recency decay, 45-day half-life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64465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recruiter_response_rate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69680" y="3291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 weight (30%)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4465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open_to_work_flag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69680" y="3749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modifier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44652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interview_completion_rate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69680" y="4206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corroboration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446520" y="4663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offer_acceptance_rate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869680" y="4663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default if no prior offers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446520" y="516636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4B8A6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5166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as a multiplier, never an additive bonus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COLUMN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traces to a real field. No LLM call.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generation directly interpolates each candidate's own fields — there is no generative step that could invent a skill, employer, or number.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#1 IN THE FINAL SUBMISSION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CAND_0064326  ·  score 0.8151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4754880" cy="3017520"/>
          </a:xfrm>
          <a:prstGeom prst="roundRect">
            <a:avLst>
              <a:gd name="adj" fmla="val 1818"/>
            </a:avLst>
          </a:prstGeom>
          <a:solidFill>
            <a:srgbClr val="121B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“Strong fit. Search Engineer at Sarvam AI, 7.6 yrs experience, based in Gurgaon, Haryana. Matches on vector database / hybrid search experience, strong Python background, embeddings/retrieval experience. 94% recruiter response rate, 45-day notice, last active 2026-05-21.”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MANUAL REVIEW CHECKLIST  —  submission_spec.md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404872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facts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5968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employer, years, named skills, exact % values — never vague praise</a:t>
            </a:r>
            <a:endParaRPr lang="en-US" sz="97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999232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3796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connection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37960" y="31912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must-have skill groups tie directly to the JD's own skills inventory</a:t>
            </a:r>
            <a:endParaRPr lang="en-US" sz="97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9359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concerns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37960" y="37856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 flags are named in the sentence, even for top-ranked candidates</a:t>
            </a:r>
            <a:endParaRPr lang="en-US" sz="97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8795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3796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537960" y="43799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interpolated from the candidate's own record, by construction</a:t>
            </a:r>
            <a:endParaRPr lang="en-US" sz="97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782312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3796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537960" y="49743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pulls distinct fields (employer, %, skills) — no templated repeats</a:t>
            </a:r>
            <a:endParaRPr lang="en-US" sz="97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376672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3796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consistency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537960" y="55686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Lead-in tone (‘Strong fit’ / ‘Solid fit’ / ‘Reasonable fit’) is set from the actual score band</a:t>
            </a:r>
            <a:endParaRPr lang="en-US" sz="97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THE REAL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landed in the top 100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DISTRIBUTION, TOP 100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genuine AI/ML-adjacent titles — 0 keyword-stuffers, 0 unrelated roles.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0936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FULL-POOL VALIDATION, TOP 100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09360" y="2157984"/>
            <a:ext cx="5349240" cy="9144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18288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included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09760" y="18288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578608"/>
            <a:ext cx="5349240" cy="9144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22494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Pure-services-only careers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09760" y="224942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2999232"/>
            <a:ext cx="5349240" cy="9144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26700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India-based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509760" y="26700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100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3419856"/>
            <a:ext cx="5349240" cy="9144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30906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JD-preferred city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09760" y="309067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100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3840480"/>
            <a:ext cx="5349240" cy="9144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35112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509760" y="351129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– 8.0  (avg 5.8)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09360" y="4261104"/>
            <a:ext cx="5349240" cy="9144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393192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recruiter response rate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509760" y="393192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09360" y="4681728"/>
            <a:ext cx="5349240" cy="9144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43525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validate_submission.py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509760" y="435254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system is intentionally simple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simplification below was a deliberate call under the compute/time budget — not an oversight. Listed here because we'd rather defend a known tradeoff than have it discovered at interview.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96312"/>
            <a:ext cx="530352" cy="530352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6243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134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TF-IDF/SVD has no true paraphrase understanding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54480" y="267919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statistics, not deep semantics — unusual phrasing for common work can score lower than it should. Mitigated by capping semantic similarity at ~30% of the composite weight.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913632"/>
            <a:ext cx="530352" cy="530352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416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730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Title↔description coherence is a heuristic, not a parser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54480" y="409651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dataset's common titles; falls back to neutral for unrecognized ones, and is weighted as a soft 0.65× multiplier rather than a hard exclusion specifically to bound false-positive risk.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5330952"/>
            <a:ext cx="530352" cy="530352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4589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514807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Geography/visa penalty is a single blunt multiplier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554480" y="551383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 calls non-India location ‘case-by-case’ — a single multiplier can't capture every edge case (e.g. an Indian citizen briefly abroad). Simplified deliberately, not by accident.</a:t>
            </a:r>
            <a:endParaRPr lang="en-US" sz="108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IT YOURSELF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command. No network. Under two minutes.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 &amp;&amp; python rank.py --candidates ./candidates.jsonl --out ./submission.csv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31089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jd_parser, semantic_matcher, feature_extractor, honeypot_detector, behavioral_signals, scorer, reasoning_generator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6118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checks, honeypot checks, and the JD's own keyword-stuffer acceptance test as a regression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41148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reference docs converted to markdown for easy diffing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46177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design rationale, reproduce command, honest limitations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commits, each one a real step — including a test that caught a real scoring bug before this submission.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943600"/>
            <a:ext cx="11064240" cy="10973"/>
          </a:xfrm>
          <a:prstGeom prst="rect">
            <a:avLst/>
          </a:prstGeom>
          <a:solidFill>
            <a:srgbClr val="26324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 at the Stage 5 interview.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 — Approach Deck</dc:title>
  <dc:subject>PptxGenJS Presentation</dc:subject>
  <dc:creator>Redrob Hackathon Team</dc:creator>
  <cp:lastModifiedBy>Redrob Hackathon Team</cp:lastModifiedBy>
  <cp:revision>1</cp:revision>
  <dcterms:created xsi:type="dcterms:W3CDTF">2026-06-21T14:20:36Z</dcterms:created>
  <dcterms:modified xsi:type="dcterms:W3CDTF">2026-06-21T14:20:36Z</dcterms:modified>
</cp:coreProperties>
</file>